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2cc04cc514db9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2cc04cc514db9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22cc04cc514db9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22cc04cc514db9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2cc04cc514db9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22cc04cc514db9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00" y="258525"/>
            <a:ext cx="7420723" cy="40763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997455" y="1445822"/>
            <a:ext cx="6577500" cy="1573200"/>
          </a:xfrm>
          <a:prstGeom prst="rect">
            <a:avLst/>
          </a:prstGeom>
          <a:noFill/>
          <a:ln cap="flat" cmpd="sng" w="86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FF0000"/>
              </a:solidFill>
            </a:endParaRPr>
          </a:p>
        </p:txBody>
      </p:sp>
      <p:cxnSp>
        <p:nvCxnSpPr>
          <p:cNvPr id="56" name="Google Shape;56;p13"/>
          <p:cNvCxnSpPr>
            <a:stCxn id="55" idx="3"/>
          </p:cNvCxnSpPr>
          <p:nvPr/>
        </p:nvCxnSpPr>
        <p:spPr>
          <a:xfrm flipH="1" rot="10800000">
            <a:off x="7574955" y="1694222"/>
            <a:ext cx="385200" cy="538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" name="Google Shape;57;p13"/>
          <p:cNvSpPr txBox="1"/>
          <p:nvPr/>
        </p:nvSpPr>
        <p:spPr>
          <a:xfrm>
            <a:off x="7861050" y="1355525"/>
            <a:ext cx="555600" cy="33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CC0000"/>
                </a:solidFill>
              </a:rPr>
              <a:t>Xoá</a:t>
            </a:r>
            <a:endParaRPr b="1" sz="1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75" y="300925"/>
            <a:ext cx="6994524" cy="35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360525" y="895725"/>
            <a:ext cx="6308100" cy="1794300"/>
          </a:xfrm>
          <a:prstGeom prst="rect">
            <a:avLst/>
          </a:prstGeom>
          <a:noFill/>
          <a:ln cap="flat" cmpd="sng" w="86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FF0000"/>
              </a:solidFill>
            </a:endParaRPr>
          </a:p>
        </p:txBody>
      </p:sp>
      <p:cxnSp>
        <p:nvCxnSpPr>
          <p:cNvPr id="64" name="Google Shape;64;p14"/>
          <p:cNvCxnSpPr/>
          <p:nvPr/>
        </p:nvCxnSpPr>
        <p:spPr>
          <a:xfrm flipH="1">
            <a:off x="3009055" y="2690022"/>
            <a:ext cx="1452300" cy="15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4"/>
          <p:cNvSpPr txBox="1"/>
          <p:nvPr/>
        </p:nvSpPr>
        <p:spPr>
          <a:xfrm>
            <a:off x="2541525" y="4213725"/>
            <a:ext cx="345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CC0000"/>
                </a:solidFill>
              </a:rPr>
              <a:t>Khi bấm vào task ko nhảy qua </a:t>
            </a:r>
            <a:r>
              <a:rPr b="1" lang="vi" sz="1000">
                <a:solidFill>
                  <a:schemeClr val="dk1"/>
                </a:solidFill>
              </a:rPr>
              <a:t> Projects/</a:t>
            </a:r>
            <a:r>
              <a:rPr b="1" lang="vi" sz="1000">
                <a:solidFill>
                  <a:schemeClr val="dk1"/>
                </a:solidFill>
              </a:rPr>
              <a:t>Campaigns mà show ra detail task</a:t>
            </a:r>
            <a:endParaRPr b="1" sz="100">
              <a:solidFill>
                <a:srgbClr val="CC0000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471450" y="1418325"/>
            <a:ext cx="3886500" cy="182400"/>
          </a:xfrm>
          <a:prstGeom prst="rect">
            <a:avLst/>
          </a:prstGeom>
          <a:noFill/>
          <a:ln cap="flat" cmpd="sng" w="86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600" y="418738"/>
            <a:ext cx="6459876" cy="37900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126125" y="4408063"/>
            <a:ext cx="53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1C4587"/>
                </a:solidFill>
              </a:rPr>
              <a:t>Bấm vào Button Report lỗi hiện UI</a:t>
            </a:r>
            <a:endParaRPr b="1" sz="1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200" y="80900"/>
            <a:ext cx="3086758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658525" y="848900"/>
            <a:ext cx="351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1C4587"/>
                </a:solidFill>
              </a:rPr>
              <a:t>UI hiển thị khi bấm button Report vào </a:t>
            </a:r>
            <a:r>
              <a:rPr lang="vi" sz="1000">
                <a:solidFill>
                  <a:srgbClr val="1C4587"/>
                </a:solidFill>
              </a:rPr>
              <a:t>hiển thị</a:t>
            </a:r>
            <a:r>
              <a:rPr lang="vi" sz="1000">
                <a:solidFill>
                  <a:srgbClr val="1C4587"/>
                </a:solidFill>
              </a:rPr>
              <a:t> ko có tracking chuẩn</a:t>
            </a:r>
            <a:endParaRPr b="1" sz="1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